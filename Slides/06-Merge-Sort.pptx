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86" r:id="rId3"/>
    <p:sldId id="288" r:id="rId4"/>
    <p:sldId id="287" r:id="rId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E11F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3238" autoAdjust="0"/>
  </p:normalViewPr>
  <p:slideViewPr>
    <p:cSldViewPr>
      <p:cViewPr varScale="1">
        <p:scale>
          <a:sx n="73" d="100"/>
          <a:sy n="73" d="100"/>
        </p:scale>
        <p:origin x="1661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398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805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483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800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700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774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0243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365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70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611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838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3507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793E54F-88E8-16E3-AA0D-CA57A2948CC9}"/>
              </a:ext>
            </a:extLst>
          </p:cNvPr>
          <p:cNvGrpSpPr/>
          <p:nvPr/>
        </p:nvGrpSpPr>
        <p:grpSpPr>
          <a:xfrm>
            <a:off x="3528742" y="1011208"/>
            <a:ext cx="5507754" cy="4013036"/>
            <a:chOff x="3528742" y="1038240"/>
            <a:chExt cx="5507754" cy="4013036"/>
          </a:xfrm>
        </p:grpSpPr>
        <p:pic>
          <p:nvPicPr>
            <p:cNvPr id="1026" name="Picture 2" descr="Resultado de imagem para JS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08" t="10773" r="19724" b="10902"/>
            <a:stretch/>
          </p:blipFill>
          <p:spPr bwMode="auto">
            <a:xfrm>
              <a:off x="3528742" y="1038240"/>
              <a:ext cx="5507754" cy="4013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Resultado de imagem para JS">
              <a:extLst>
                <a:ext uri="{FF2B5EF4-FFF2-40B4-BE49-F238E27FC236}">
                  <a16:creationId xmlns:a16="http://schemas.microsoft.com/office/drawing/2014/main" id="{AE6353BD-0D9E-22B7-E114-31FF25F9C44C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359489" y="305843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Resultado de imagem para JS">
              <a:extLst>
                <a:ext uri="{FF2B5EF4-FFF2-40B4-BE49-F238E27FC236}">
                  <a16:creationId xmlns:a16="http://schemas.microsoft.com/office/drawing/2014/main" id="{54641B3D-597E-C89B-D0C1-01DBB3BBC52B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133133" y="283366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Resultado de imagem para JS">
              <a:extLst>
                <a:ext uri="{FF2B5EF4-FFF2-40B4-BE49-F238E27FC236}">
                  <a16:creationId xmlns:a16="http://schemas.microsoft.com/office/drawing/2014/main" id="{4818BC0B-525A-7E91-FBA6-B396B9AE2A7F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085980" y="3353357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229200"/>
            <a:ext cx="9144000" cy="1628800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“</a:t>
            </a:r>
            <a:r>
              <a:rPr lang="pt-BR" sz="6600" dirty="0">
                <a:latin typeface="Impact" panose="020B0806030902050204" pitchFamily="34" charset="0"/>
                <a:cs typeface="Arial" pitchFamily="34" charset="0"/>
              </a:rPr>
              <a:t>MERGE-SORT</a:t>
            </a:r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”</a:t>
            </a:r>
            <a:endParaRPr lang="pt-BR" sz="4000" b="1" dirty="0">
              <a:solidFill>
                <a:srgbClr val="7030A0"/>
              </a:solidFill>
              <a:latin typeface="Impact" panose="020B0806030902050204" pitchFamily="34" charset="0"/>
              <a:cs typeface="Arial" pitchFamily="34" charset="0"/>
            </a:endParaRPr>
          </a:p>
        </p:txBody>
      </p:sp>
      <p:sp useBgFill="1">
        <p:nvSpPr>
          <p:cNvPr id="7" name="CaixaDeTexto 6"/>
          <p:cNvSpPr txBox="1"/>
          <p:nvPr/>
        </p:nvSpPr>
        <p:spPr>
          <a:xfrm>
            <a:off x="35496" y="3302056"/>
            <a:ext cx="3811040" cy="107721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Prof.º</a:t>
            </a:r>
          </a:p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Alexandre Gomes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189672" y="4232156"/>
            <a:ext cx="38884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B0F0"/>
                </a:solidFill>
              </a:rPr>
              <a:t>alexandre.</a:t>
            </a:r>
            <a:r>
              <a:rPr lang="pt-BR" sz="2000" dirty="0">
                <a:solidFill>
                  <a:srgbClr val="FFFF00"/>
                </a:solidFill>
              </a:rPr>
              <a:t>silva</a:t>
            </a:r>
            <a:r>
              <a:rPr lang="pt-BR" sz="2000" dirty="0">
                <a:solidFill>
                  <a:srgbClr val="00B050"/>
                </a:solidFill>
              </a:rPr>
              <a:t>251</a:t>
            </a:r>
            <a:r>
              <a:rPr lang="pt-BR" sz="2000" dirty="0">
                <a:solidFill>
                  <a:srgbClr val="7030A0"/>
                </a:solidFill>
              </a:rPr>
              <a:t>@fatec.</a:t>
            </a:r>
            <a:r>
              <a:rPr lang="pt-BR" sz="2000" dirty="0">
                <a:solidFill>
                  <a:schemeClr val="bg1"/>
                </a:solidFill>
              </a:rPr>
              <a:t>sp.</a:t>
            </a:r>
            <a:r>
              <a:rPr lang="pt-BR" sz="2000" dirty="0">
                <a:solidFill>
                  <a:schemeClr val="accent6">
                    <a:lumMod val="75000"/>
                  </a:schemeClr>
                </a:solidFill>
              </a:rPr>
              <a:t>gov.</a:t>
            </a:r>
            <a:r>
              <a:rPr lang="pt-BR" sz="2000" dirty="0">
                <a:solidFill>
                  <a:srgbClr val="FF0066"/>
                </a:solidFill>
              </a:rPr>
              <a:t>br</a:t>
            </a:r>
          </a:p>
        </p:txBody>
      </p:sp>
      <p:pic>
        <p:nvPicPr>
          <p:cNvPr id="4" name="Picture 2" descr="Java (programming language) - Wikipedia">
            <a:extLst>
              <a:ext uri="{FF2B5EF4-FFF2-40B4-BE49-F238E27FC236}">
                <a16:creationId xmlns:a16="http://schemas.microsoft.com/office/drawing/2014/main" id="{B58762D3-4FA3-88CD-AEF6-E8F4E8AD1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939" y="1163042"/>
            <a:ext cx="960888" cy="176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Using Cordova with Apache NetBeans | Andres Zsogon">
            <a:extLst>
              <a:ext uri="{FF2B5EF4-FFF2-40B4-BE49-F238E27FC236}">
                <a16:creationId xmlns:a16="http://schemas.microsoft.com/office/drawing/2014/main" id="{7C5D3942-F637-1A16-B327-C695A61FE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94" y="342613"/>
            <a:ext cx="3035980" cy="9487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FFFF00"/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Ícones, Logotipos, Símbolos de Java – Baixe gratuitamente em PNG, SVG">
            <a:extLst>
              <a:ext uri="{FF2B5EF4-FFF2-40B4-BE49-F238E27FC236}">
                <a16:creationId xmlns:a16="http://schemas.microsoft.com/office/drawing/2014/main" id="{9207BAD6-AB33-0C8A-2137-7DB694BC7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17503">
            <a:off x="6312503" y="2467666"/>
            <a:ext cx="1453079" cy="145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m 18" descr="Texto, Logotipo&#10;&#10;O conteúdo gerado por IA pode estar incorreto.">
            <a:extLst>
              <a:ext uri="{FF2B5EF4-FFF2-40B4-BE49-F238E27FC236}">
                <a16:creationId xmlns:a16="http://schemas.microsoft.com/office/drawing/2014/main" id="{FD5247E8-68CC-43A6-DA12-BEB3EED22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14" y="4557915"/>
            <a:ext cx="2093870" cy="65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7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>
                <a:solidFill>
                  <a:srgbClr val="FFFF00"/>
                </a:solidFill>
              </a:rPr>
              <a:t>ORDENAÇÃO MERGE-SORT</a:t>
            </a:r>
          </a:p>
          <a:p>
            <a:pPr algn="just"/>
            <a:endParaRPr lang="pt-BR" sz="14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O merge </a:t>
            </a:r>
            <a:r>
              <a:rPr lang="pt-BR" sz="3600" dirty="0" err="1">
                <a:solidFill>
                  <a:srgbClr val="FF0066"/>
                </a:solidFill>
              </a:rPr>
              <a:t>sort</a:t>
            </a:r>
            <a:r>
              <a:rPr lang="pt-BR" sz="3600" dirty="0">
                <a:solidFill>
                  <a:srgbClr val="FF0066"/>
                </a:solidFill>
              </a:rPr>
              <a:t>, ou ordenação por mistura, é um exemplo de algoritmo de ordenação por comparação do tipo dividir-para-conquistar.</a:t>
            </a: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Sua ideia básica consiste em Dividir (o problema em vários subproblemas e resolver esses subproblemas através da recursividade) e Conquistar (após todos os subproblemas terem sido resolvidos ocorre a conquista que é a união das resoluções dos subproblemas). </a:t>
            </a:r>
          </a:p>
        </p:txBody>
      </p:sp>
    </p:spTree>
    <p:extLst>
      <p:ext uri="{BB962C8B-B14F-4D97-AF65-F5344CB8AC3E}">
        <p14:creationId xmlns:p14="http://schemas.microsoft.com/office/powerpoint/2010/main" val="3851348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>
                <a:solidFill>
                  <a:srgbClr val="FFFF00"/>
                </a:solidFill>
              </a:rPr>
              <a:t>ORDENAÇÃO MERGE-SORT</a:t>
            </a:r>
          </a:p>
          <a:p>
            <a:pPr algn="just"/>
            <a:endParaRPr lang="pt-BR" sz="14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Como o algoritmo Merge </a:t>
            </a:r>
            <a:r>
              <a:rPr lang="pt-BR" sz="3600" dirty="0" err="1">
                <a:solidFill>
                  <a:srgbClr val="FF0066"/>
                </a:solidFill>
              </a:rPr>
              <a:t>Sort</a:t>
            </a:r>
            <a:r>
              <a:rPr lang="pt-BR" sz="3600" dirty="0">
                <a:solidFill>
                  <a:srgbClr val="FF0066"/>
                </a:solidFill>
              </a:rPr>
              <a:t> usa a recursividade, há um alto consumo de memória e tempo de execução, tornando esta técnica não muito eficiente em alguns problemas.</a:t>
            </a:r>
          </a:p>
        </p:txBody>
      </p:sp>
      <p:pic>
        <p:nvPicPr>
          <p:cNvPr id="1026" name="Picture 2" descr="algoritmo mergesort">
            <a:extLst>
              <a:ext uri="{FF2B5EF4-FFF2-40B4-BE49-F238E27FC236}">
                <a16:creationId xmlns:a16="http://schemas.microsoft.com/office/drawing/2014/main" id="{9917F021-9546-41A8-95DC-4D576F1FD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815001"/>
            <a:ext cx="3456384" cy="2925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0818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2" descr="Merge Sort Algorithm | 101 Computing">
            <a:extLst>
              <a:ext uri="{FF2B5EF4-FFF2-40B4-BE49-F238E27FC236}">
                <a16:creationId xmlns:a16="http://schemas.microsoft.com/office/drawing/2014/main" id="{3BF1D00E-33EE-4EE4-9EFC-F79673D80E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29" r="14256" b="-1"/>
          <a:stretch/>
        </p:blipFill>
        <p:spPr bwMode="auto">
          <a:xfrm>
            <a:off x="20" y="1282"/>
            <a:ext cx="9143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35074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117</Words>
  <Application>Microsoft Office PowerPoint</Application>
  <PresentationFormat>Apresentação na tela (4:3)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Dreaming Outloud Script Pro</vt:lpstr>
      <vt:lpstr>Impact</vt:lpstr>
      <vt:lpstr>Tema do Office</vt:lpstr>
      <vt:lpstr>“MERGE-SORT”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JavaScritp</dc:title>
  <dc:creator>Alexandre Gomes</dc:creator>
  <cp:lastModifiedBy>ALEXANDRE GOMES DA SILVA</cp:lastModifiedBy>
  <cp:revision>65</cp:revision>
  <dcterms:created xsi:type="dcterms:W3CDTF">2020-01-22T14:41:03Z</dcterms:created>
  <dcterms:modified xsi:type="dcterms:W3CDTF">2026-02-07T22:08:18Z</dcterms:modified>
</cp:coreProperties>
</file>