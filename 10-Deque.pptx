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8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DEQUE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66479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DEQUE</a:t>
            </a:r>
          </a:p>
          <a:p>
            <a:pPr algn="just"/>
            <a:endParaRPr lang="pt-BR" sz="14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	</a:t>
            </a:r>
            <a:r>
              <a:rPr lang="pt-BR" sz="2800" dirty="0">
                <a:solidFill>
                  <a:srgbClr val="FF0066"/>
                </a:solidFill>
              </a:rPr>
              <a:t>Deque = Double-</a:t>
            </a:r>
            <a:r>
              <a:rPr lang="pt-BR" sz="2800" dirty="0" err="1">
                <a:solidFill>
                  <a:srgbClr val="FF0066"/>
                </a:solidFill>
              </a:rPr>
              <a:t>Ended</a:t>
            </a:r>
            <a:r>
              <a:rPr lang="pt-BR" sz="2800" dirty="0">
                <a:solidFill>
                  <a:srgbClr val="FF0066"/>
                </a:solidFill>
              </a:rPr>
              <a:t> </a:t>
            </a:r>
            <a:r>
              <a:rPr lang="pt-BR" sz="2800" dirty="0" err="1">
                <a:solidFill>
                  <a:srgbClr val="FF0066"/>
                </a:solidFill>
              </a:rPr>
              <a:t>Queue</a:t>
            </a:r>
            <a:r>
              <a:rPr lang="pt-BR" sz="2800" dirty="0">
                <a:solidFill>
                  <a:srgbClr val="FF0066"/>
                </a:solidFill>
              </a:rPr>
              <a:t> (fila de duas pontas).</a:t>
            </a:r>
          </a:p>
          <a:p>
            <a:pPr algn="just"/>
            <a:r>
              <a:rPr lang="pt-BR" sz="2800" dirty="0">
                <a:solidFill>
                  <a:srgbClr val="FF0066"/>
                </a:solidFill>
              </a:rPr>
              <a:t>	Deque é uma lista linear de acesso restrito, que permite apenas as operações de enfileiramento (</a:t>
            </a:r>
            <a:r>
              <a:rPr lang="pt-BR" sz="2800" dirty="0" err="1">
                <a:solidFill>
                  <a:srgbClr val="FF0066"/>
                </a:solidFill>
              </a:rPr>
              <a:t>insertFront</a:t>
            </a:r>
            <a:r>
              <a:rPr lang="pt-BR" sz="2800" dirty="0">
                <a:solidFill>
                  <a:srgbClr val="FF0066"/>
                </a:solidFill>
              </a:rPr>
              <a:t>/</a:t>
            </a:r>
            <a:r>
              <a:rPr lang="pt-BR" sz="2800" dirty="0" err="1">
                <a:solidFill>
                  <a:srgbClr val="FF0066"/>
                </a:solidFill>
              </a:rPr>
              <a:t>insertBack</a:t>
            </a:r>
            <a:r>
              <a:rPr lang="pt-BR" sz="2800" dirty="0">
                <a:solidFill>
                  <a:srgbClr val="FF0066"/>
                </a:solidFill>
              </a:rPr>
              <a:t>) e </a:t>
            </a:r>
            <a:r>
              <a:rPr lang="pt-BR" sz="2800" dirty="0" err="1">
                <a:solidFill>
                  <a:srgbClr val="FF0066"/>
                </a:solidFill>
              </a:rPr>
              <a:t>desenfileiramento</a:t>
            </a:r>
            <a:r>
              <a:rPr lang="pt-BR" sz="2800" dirty="0">
                <a:solidFill>
                  <a:srgbClr val="FF0066"/>
                </a:solidFill>
              </a:rPr>
              <a:t> (</a:t>
            </a:r>
            <a:r>
              <a:rPr lang="pt-BR" sz="2800" dirty="0" err="1">
                <a:solidFill>
                  <a:srgbClr val="FF0066"/>
                </a:solidFill>
              </a:rPr>
              <a:t>removeFront</a:t>
            </a:r>
            <a:r>
              <a:rPr lang="pt-BR" sz="2800" dirty="0">
                <a:solidFill>
                  <a:srgbClr val="FF0066"/>
                </a:solidFill>
              </a:rPr>
              <a:t>/</a:t>
            </a:r>
            <a:r>
              <a:rPr lang="pt-BR" sz="2800" dirty="0" err="1">
                <a:solidFill>
                  <a:srgbClr val="FF0066"/>
                </a:solidFill>
              </a:rPr>
              <a:t>removeBack</a:t>
            </a:r>
            <a:r>
              <a:rPr lang="pt-BR" sz="2800" dirty="0">
                <a:solidFill>
                  <a:srgbClr val="FF0066"/>
                </a:solidFill>
              </a:rPr>
              <a:t>), acontecendo em qualquer uma das extremidades da estrutura.</a:t>
            </a:r>
          </a:p>
          <a:p>
            <a:pPr algn="just"/>
            <a:r>
              <a:rPr lang="pt-BR" sz="2800" dirty="0">
                <a:solidFill>
                  <a:srgbClr val="FF0066"/>
                </a:solidFill>
              </a:rPr>
              <a:t>	Como consequência, o deque NÃO SEGUE o princípio FIFO - </a:t>
            </a:r>
            <a:r>
              <a:rPr lang="pt-BR" sz="2800" dirty="0" err="1">
                <a:solidFill>
                  <a:srgbClr val="FF0066"/>
                </a:solidFill>
              </a:rPr>
              <a:t>First</a:t>
            </a:r>
            <a:r>
              <a:rPr lang="pt-BR" sz="2800" dirty="0">
                <a:solidFill>
                  <a:srgbClr val="FF0066"/>
                </a:solidFill>
              </a:rPr>
              <a:t> In, </a:t>
            </a:r>
            <a:r>
              <a:rPr lang="pt-BR" sz="2800" dirty="0" err="1">
                <a:solidFill>
                  <a:srgbClr val="FF0066"/>
                </a:solidFill>
              </a:rPr>
              <a:t>First</a:t>
            </a:r>
            <a:r>
              <a:rPr lang="pt-BR" sz="2800" dirty="0">
                <a:solidFill>
                  <a:srgbClr val="FF0066"/>
                </a:solidFill>
              </a:rPr>
              <a:t> Out (primeiro a entrar, primeiro a sair).</a:t>
            </a:r>
          </a:p>
          <a:p>
            <a:pPr algn="just"/>
            <a:r>
              <a:rPr lang="pt-BR" sz="2800" dirty="0">
                <a:solidFill>
                  <a:srgbClr val="FF0066"/>
                </a:solidFill>
              </a:rPr>
              <a:t>	A principal aplicação dos deques são situações em que filas precisam aceitar a inserção de itens prioritários e a desistência do último item.</a:t>
            </a: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DEQUE</a:t>
            </a:r>
            <a:endParaRPr lang="pt-BR" sz="3600" dirty="0">
              <a:solidFill>
                <a:srgbClr val="FF0066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31332F-832F-7238-1C37-2A9D7AC8B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1443038"/>
            <a:ext cx="56197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818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121</Words>
  <Application>Microsoft Office PowerPoint</Application>
  <PresentationFormat>Apresentação na tela 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Dreaming Outloud Script Pro</vt:lpstr>
      <vt:lpstr>Impact</vt:lpstr>
      <vt:lpstr>Tema do Office</vt:lpstr>
      <vt:lpstr>“DEQUE”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69</cp:revision>
  <dcterms:created xsi:type="dcterms:W3CDTF">2020-01-22T14:41:03Z</dcterms:created>
  <dcterms:modified xsi:type="dcterms:W3CDTF">2026-02-07T22:08:07Z</dcterms:modified>
</cp:coreProperties>
</file>