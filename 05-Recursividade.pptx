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  <p:sldId id="288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RECURSIVIDADE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FUNÇÃO RECURSIVA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Uma função recursiva é uma função que chama a si mesma até encontrar uma instrução de parar. Essa técnica é chamada de recursão.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862FDC-1C57-4383-A693-89E722EA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486606"/>
            <a:ext cx="7776864" cy="311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Fatorial: o que é, como resolver, simplificação - Brasil Escola">
            <a:extLst>
              <a:ext uri="{FF2B5EF4-FFF2-40B4-BE49-F238E27FC236}">
                <a16:creationId xmlns:a16="http://schemas.microsoft.com/office/drawing/2014/main" id="{92449025-60FB-40D0-A918-C760BE955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858" y="2223561"/>
            <a:ext cx="5065154" cy="443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FF14998-67E9-4912-BD8E-F7D1C37E05DE}"/>
              </a:ext>
            </a:extLst>
          </p:cNvPr>
          <p:cNvSpPr txBox="1"/>
          <p:nvPr/>
        </p:nvSpPr>
        <p:spPr>
          <a:xfrm>
            <a:off x="0" y="18209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N! (FATORIAL)</a:t>
            </a:r>
            <a:endParaRPr lang="pt-BR" sz="18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68880A-9C68-4016-A7E4-4B3CE575C94F}"/>
              </a:ext>
            </a:extLst>
          </p:cNvPr>
          <p:cNvSpPr txBox="1"/>
          <p:nvPr/>
        </p:nvSpPr>
        <p:spPr>
          <a:xfrm>
            <a:off x="323528" y="880673"/>
            <a:ext cx="8496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0" i="0" dirty="0">
                <a:effectLst/>
                <a:latin typeface="arial" panose="020B0604020202020204" pitchFamily="34" charset="0"/>
              </a:rPr>
              <a:t>O </a:t>
            </a:r>
            <a:r>
              <a:rPr lang="pt-BR" sz="2400" b="1" i="0" dirty="0">
                <a:effectLst/>
                <a:latin typeface="arial" panose="020B0604020202020204" pitchFamily="34" charset="0"/>
              </a:rPr>
              <a:t>fatorial de um número</a:t>
            </a:r>
            <a:r>
              <a:rPr lang="pt-BR" sz="2400" b="0" i="0" dirty="0">
                <a:effectLst/>
                <a:latin typeface="arial" panose="020B0604020202020204" pitchFamily="34" charset="0"/>
              </a:rPr>
              <a:t> inteiro e positivo “n”, representado por “n!” é obtido a partir da multiplicação de todos os seus antecessores até o </a:t>
            </a:r>
            <a:r>
              <a:rPr lang="pt-BR" sz="2400" b="1" i="0" dirty="0">
                <a:effectLst/>
                <a:latin typeface="arial" panose="020B0604020202020204" pitchFamily="34" charset="0"/>
              </a:rPr>
              <a:t>número</a:t>
            </a:r>
            <a:r>
              <a:rPr lang="pt-BR" sz="2400" b="0" i="0" dirty="0">
                <a:effectLst/>
                <a:latin typeface="arial" panose="020B0604020202020204" pitchFamily="34" charset="0"/>
              </a:rPr>
              <a:t> um.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F1BB9D-64CC-BABE-FEBF-18D680FE9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73" y="764704"/>
            <a:ext cx="8479654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F710A97-3F0C-23D0-671C-F9C78CD32B40}"/>
              </a:ext>
            </a:extLst>
          </p:cNvPr>
          <p:cNvSpPr txBox="1"/>
          <p:nvPr/>
        </p:nvSpPr>
        <p:spPr>
          <a:xfrm>
            <a:off x="332172" y="4437112"/>
            <a:ext cx="8479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600" b="1" i="1" dirty="0">
                <a:solidFill>
                  <a:srgbClr val="FFFF00"/>
                </a:solidFill>
                <a:effectLst/>
                <a:latin typeface="Helvetica Neue Light"/>
              </a:rPr>
              <a:t>Recursividade</a:t>
            </a:r>
            <a:r>
              <a:rPr lang="pt-BR" sz="3600" b="1" i="0" dirty="0">
                <a:solidFill>
                  <a:srgbClr val="FFFF00"/>
                </a:solidFill>
                <a:effectLst/>
                <a:latin typeface="Helvetica Neue Light"/>
              </a:rPr>
              <a:t> é uma técnica para resolver problemas que envolve o uso de soluções dos </a:t>
            </a:r>
            <a:r>
              <a:rPr lang="pt-BR" sz="3600" b="1" i="0">
                <a:solidFill>
                  <a:srgbClr val="FFFF00"/>
                </a:solidFill>
                <a:effectLst/>
                <a:latin typeface="Helvetica Neue Light"/>
              </a:rPr>
              <a:t>mesmos problemas.</a:t>
            </a:r>
            <a:endParaRPr lang="pt-BR" sz="3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1171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100</Words>
  <Application>Microsoft Office PowerPoint</Application>
  <PresentationFormat>Apresentação na tela (4:3)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arial</vt:lpstr>
      <vt:lpstr>Calibri</vt:lpstr>
      <vt:lpstr>Dreaming Outloud Script Pro</vt:lpstr>
      <vt:lpstr>Helvetica Neue Light</vt:lpstr>
      <vt:lpstr>Impact</vt:lpstr>
      <vt:lpstr>Tema do Office</vt:lpstr>
      <vt:lpstr>“RECURSIVIDADE”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66</cp:revision>
  <dcterms:created xsi:type="dcterms:W3CDTF">2020-01-22T14:41:03Z</dcterms:created>
  <dcterms:modified xsi:type="dcterms:W3CDTF">2026-02-07T22:08:02Z</dcterms:modified>
</cp:coreProperties>
</file>