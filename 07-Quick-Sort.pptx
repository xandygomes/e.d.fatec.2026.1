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8" r:id="rId4"/>
    <p:sldId id="287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QUICK-SORT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ORDENAÇÃO QUICK-SORT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	O QUICK-SORT escolhe um dos elementos do vetor para ser o pivô e, na primeira passada, divide o vetor, a partir da posição final do vetor, em um </a:t>
            </a:r>
            <a:r>
              <a:rPr lang="pt-BR" sz="3600" dirty="0" err="1">
                <a:solidFill>
                  <a:srgbClr val="FF0066"/>
                </a:solidFill>
              </a:rPr>
              <a:t>subvetor</a:t>
            </a:r>
            <a:r>
              <a:rPr lang="pt-BR" sz="3600" dirty="0">
                <a:solidFill>
                  <a:srgbClr val="FF0066"/>
                </a:solidFill>
              </a:rPr>
              <a:t> à esquerda contendo apenas valores menores que o pivô e outro </a:t>
            </a:r>
            <a:r>
              <a:rPr lang="pt-BR" sz="3600" dirty="0" err="1">
                <a:solidFill>
                  <a:srgbClr val="FF0066"/>
                </a:solidFill>
              </a:rPr>
              <a:t>subvetor</a:t>
            </a:r>
            <a:r>
              <a:rPr lang="pt-BR" sz="3600" dirty="0">
                <a:solidFill>
                  <a:srgbClr val="FF0066"/>
                </a:solidFill>
              </a:rPr>
              <a:t> à direita, que contém apenas valores maiores que o pivô.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	Em seguida, recursivamente, repete o processo em cada um dos </a:t>
            </a:r>
            <a:r>
              <a:rPr lang="pt-BR" sz="3600" dirty="0" err="1">
                <a:solidFill>
                  <a:srgbClr val="FF0066"/>
                </a:solidFill>
              </a:rPr>
              <a:t>subvetores</a:t>
            </a:r>
            <a:r>
              <a:rPr lang="pt-BR" sz="3600" dirty="0">
                <a:solidFill>
                  <a:srgbClr val="FF0066"/>
                </a:solidFill>
              </a:rPr>
              <a:t> até que todo o vetor esteja ordenado.</a:t>
            </a: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ORDENAÇÃO QUICK-SORT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O algoritmo </a:t>
            </a:r>
            <a:r>
              <a:rPr lang="pt-BR" sz="3600" dirty="0" err="1">
                <a:solidFill>
                  <a:srgbClr val="FF0066"/>
                </a:solidFill>
              </a:rPr>
              <a:t>quick-sort</a:t>
            </a:r>
            <a:r>
              <a:rPr lang="pt-BR" sz="3600" dirty="0">
                <a:solidFill>
                  <a:srgbClr val="FF0066"/>
                </a:solidFill>
              </a:rPr>
              <a:t> é um método de ordenação muito rápido e eficiente.</a:t>
            </a:r>
          </a:p>
        </p:txBody>
      </p:sp>
      <p:pic>
        <p:nvPicPr>
          <p:cNvPr id="2" name="Picture 2" descr="Animação do algoritmo rearranjando um conjunto de valores consecutivos embaralhados">
            <a:extLst>
              <a:ext uri="{FF2B5EF4-FFF2-40B4-BE49-F238E27FC236}">
                <a16:creationId xmlns:a16="http://schemas.microsoft.com/office/drawing/2014/main" id="{53CFF655-95E0-4059-AAB3-4DECF6A0D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780" y="2492896"/>
            <a:ext cx="5204440" cy="397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81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Visão geral do quicksort - Trabalhos para Escola">
            <a:extLst>
              <a:ext uri="{FF2B5EF4-FFF2-40B4-BE49-F238E27FC236}">
                <a16:creationId xmlns:a16="http://schemas.microsoft.com/office/drawing/2014/main" id="{4721A81B-E5D7-4CD1-9963-E36454430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62" y="332656"/>
            <a:ext cx="8715078" cy="619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507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116</Words>
  <Application>Microsoft Office PowerPoint</Application>
  <PresentationFormat>Apresentação na tela (4:3)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Dreaming Outloud Script Pro</vt:lpstr>
      <vt:lpstr>Impact</vt:lpstr>
      <vt:lpstr>Tema do Office</vt:lpstr>
      <vt:lpstr>“QUICK-SORT”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66</cp:revision>
  <dcterms:created xsi:type="dcterms:W3CDTF">2020-01-22T14:41:03Z</dcterms:created>
  <dcterms:modified xsi:type="dcterms:W3CDTF">2026-02-07T22:08:16Z</dcterms:modified>
</cp:coreProperties>
</file>